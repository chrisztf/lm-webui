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0" d="100"/>
          <a:sy n="120" d="100"/>
        </p:scale>
        <p:origin x="96" y="-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8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8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1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5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9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91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5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9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4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9CC0-3A9B-4284-AA17-7851AF3F140F}" type="datetimeFigureOut">
              <a:rPr lang="en-US" smtClean="0"/>
              <a:t>1/25/2019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E10B9-A4A3-43A9-95B1-F34626F16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2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1111" y="1122363"/>
            <a:ext cx="9144000" cy="4967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ZENVIDIA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1111" y="1915850"/>
            <a:ext cx="2511106" cy="4677897"/>
          </a:xfrm>
        </p:spPr>
        <p:txBody>
          <a:bodyPr>
            <a:noAutofit/>
          </a:bodyPr>
          <a:lstStyle/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</a:t>
            </a:r>
            <a:r>
              <a:rPr lang="en-US" sz="800" dirty="0" smtClean="0"/>
              <a:t>RYZEN™ 3 </a:t>
            </a:r>
            <a:r>
              <a:rPr lang="en-US" sz="800" dirty="0" smtClean="0"/>
              <a:t>Quad-Core </a:t>
            </a:r>
            <a:r>
              <a:rPr lang="en-US" sz="800" dirty="0" smtClean="0"/>
              <a:t>3,5GHz 4MB Chace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B350 Chipset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RAM DDR4 8GB 3000Mhz Dual Channel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NVIDIA® GeForce GTX™ 1060 6GB GDDR5 GPU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SSHD 1TB </a:t>
            </a:r>
            <a:r>
              <a:rPr lang="en-US" sz="800" dirty="0" smtClean="0"/>
              <a:t>Seagate</a:t>
            </a:r>
            <a:r>
              <a:rPr lang="en-US" sz="800" dirty="0" smtClean="0"/>
              <a:t>® </a:t>
            </a:r>
            <a:r>
              <a:rPr lang="en-US" sz="800" dirty="0" err="1" smtClean="0"/>
              <a:t>FireCuda</a:t>
            </a:r>
            <a:r>
              <a:rPr lang="en-US" sz="800" dirty="0" smtClean="0"/>
              <a:t>®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80 PLUS® Bronze Certified Power Supply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Water Cooling with 120mm Radiator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Smart Silent Fan 3x120mm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Realtek</a:t>
            </a:r>
            <a:r>
              <a:rPr lang="en-US" sz="800" dirty="0" smtClean="0"/>
              <a:t>® </a:t>
            </a:r>
            <a:r>
              <a:rPr lang="en-US" sz="800" dirty="0" smtClean="0"/>
              <a:t>7.1</a:t>
            </a:r>
            <a:r>
              <a:rPr lang="en-US" sz="800" dirty="0" smtClean="0"/>
              <a:t> HD Audio-Boost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WiFi</a:t>
            </a:r>
            <a:r>
              <a:rPr lang="en-US" sz="800" dirty="0" smtClean="0"/>
              <a:t> 802.11 g/n 300Mbps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4k &amp; VR Ready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HDMI, </a:t>
            </a:r>
            <a:r>
              <a:rPr lang="en-US" sz="800" dirty="0" err="1" smtClean="0"/>
              <a:t>DisplayPort</a:t>
            </a:r>
            <a:r>
              <a:rPr lang="en-US" sz="800" dirty="0" smtClean="0"/>
              <a:t>, USB 3.0, USB 2.0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M.2 slot, </a:t>
            </a:r>
            <a:r>
              <a:rPr lang="en-US" sz="800" dirty="0" err="1" smtClean="0"/>
              <a:t>PCIe</a:t>
            </a:r>
            <a:r>
              <a:rPr lang="en-US" sz="800" dirty="0" smtClean="0"/>
              <a:t> slot, SATA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Win 10 64-bit</a:t>
            </a:r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483290" y="1915850"/>
            <a:ext cx="5219351" cy="4677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RYZEN™ 3 2200G 1400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MSI B350M BAZOOKA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RAM DDR4 8GB 3000Mhz Dual Channel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NVIDIA® GeForce GTX™ 1060 6GB GDDR5 GPU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Seagate® </a:t>
            </a:r>
            <a:r>
              <a:rPr lang="en-US" sz="800" dirty="0" err="1" smtClean="0"/>
              <a:t>FireCuda</a:t>
            </a:r>
            <a:r>
              <a:rPr lang="en-US" sz="800" dirty="0" smtClean="0"/>
              <a:t>® 1TB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EVGA 500BV 80 PLUS® Bronze Certified Power Supply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DEEPCOOL GAMMAXX L120 Water Cooling with 120mm Radiator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DEEPCOOL CF120 RGB Smart Silent Fan 3x120mm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Realtek</a:t>
            </a:r>
            <a:r>
              <a:rPr lang="en-US" sz="800" dirty="0" smtClean="0"/>
              <a:t>® 7.1 HD Audio-Boost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WiFi</a:t>
            </a:r>
            <a:r>
              <a:rPr lang="en-US" sz="800" dirty="0" smtClean="0"/>
              <a:t> 802.11 g/n 300Mbps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4k &amp; VR Ready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HDMI, </a:t>
            </a:r>
            <a:r>
              <a:rPr lang="en-US" sz="800" dirty="0" err="1" smtClean="0"/>
              <a:t>DisplayPort</a:t>
            </a:r>
            <a:r>
              <a:rPr lang="en-US" sz="800" dirty="0" smtClean="0"/>
              <a:t>, USB 3.0, USB 2.0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M.2 slot, </a:t>
            </a:r>
            <a:r>
              <a:rPr lang="en-US" sz="800" dirty="0" err="1" smtClean="0"/>
              <a:t>PCIe</a:t>
            </a:r>
            <a:r>
              <a:rPr lang="en-US" sz="800" dirty="0" smtClean="0"/>
              <a:t> slot, SATA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Win 10 64-bit</a:t>
            </a:r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</p:spTree>
    <p:extLst>
      <p:ext uri="{BB962C8B-B14F-4D97-AF65-F5344CB8AC3E}">
        <p14:creationId xmlns:p14="http://schemas.microsoft.com/office/powerpoint/2010/main" val="27848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1111" y="1122363"/>
            <a:ext cx="9144000" cy="4967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ZENVIDIA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1111" y="1915850"/>
            <a:ext cx="2511106" cy="4677897"/>
          </a:xfrm>
        </p:spPr>
        <p:txBody>
          <a:bodyPr>
            <a:noAutofit/>
          </a:bodyPr>
          <a:lstStyle/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</a:t>
            </a:r>
            <a:r>
              <a:rPr lang="en-US" sz="800" dirty="0" smtClean="0"/>
              <a:t>RYZEN</a:t>
            </a:r>
            <a:r>
              <a:rPr lang="en-US" sz="800" dirty="0" smtClean="0"/>
              <a:t>™ </a:t>
            </a:r>
            <a:r>
              <a:rPr lang="en-US" sz="800" dirty="0" smtClean="0"/>
              <a:t>5 Six</a:t>
            </a:r>
            <a:r>
              <a:rPr lang="en-US" sz="800" dirty="0" smtClean="0"/>
              <a:t>-Core </a:t>
            </a:r>
            <a:r>
              <a:rPr lang="en-US" sz="800" dirty="0" smtClean="0"/>
              <a:t>3,4GHz 16MB Chace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B450 Chipset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RAM DDR4 16GB 3000Mhz Dual </a:t>
            </a:r>
            <a:r>
              <a:rPr lang="en-US" sz="800" dirty="0"/>
              <a:t>Channel 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NVIDIA</a:t>
            </a:r>
            <a:r>
              <a:rPr lang="en-US" sz="800" dirty="0" smtClean="0"/>
              <a:t>® GeForce GTX™ </a:t>
            </a:r>
            <a:r>
              <a:rPr lang="en-US" sz="800" dirty="0" smtClean="0"/>
              <a:t>1070 </a:t>
            </a:r>
            <a:r>
              <a:rPr lang="en-US" sz="800" dirty="0"/>
              <a:t>8</a:t>
            </a:r>
            <a:r>
              <a:rPr lang="en-US" sz="800" dirty="0" smtClean="0"/>
              <a:t>GB GDDR5 GPU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SSD 256GB + HDD 1TB </a:t>
            </a:r>
            <a:r>
              <a:rPr lang="en-US" sz="800" dirty="0" smtClean="0"/>
              <a:t>Seagate</a:t>
            </a:r>
            <a:r>
              <a:rPr lang="en-US" sz="800" dirty="0" smtClean="0"/>
              <a:t>® </a:t>
            </a:r>
            <a:r>
              <a:rPr lang="en-US" sz="800" dirty="0" err="1" smtClean="0"/>
              <a:t>Barra</a:t>
            </a:r>
            <a:r>
              <a:rPr lang="en-US" sz="800" dirty="0" err="1" smtClean="0"/>
              <a:t>Cuda</a:t>
            </a:r>
            <a:r>
              <a:rPr lang="en-US" sz="800" dirty="0" smtClean="0"/>
              <a:t>®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80 PLUS® Bronze Certified Power </a:t>
            </a:r>
            <a:r>
              <a:rPr lang="en-US" sz="800" dirty="0" smtClean="0"/>
              <a:t>Supply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Water Cooling with 120mm Radiator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Smart Silent Fan 3x120mm 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Realtek</a:t>
            </a:r>
            <a:r>
              <a:rPr lang="en-US" sz="800" dirty="0" smtClean="0"/>
              <a:t>® </a:t>
            </a:r>
            <a:r>
              <a:rPr lang="en-US" sz="800" dirty="0" smtClean="0"/>
              <a:t>7.1</a:t>
            </a:r>
            <a:r>
              <a:rPr lang="en-US" sz="800" dirty="0" smtClean="0"/>
              <a:t> HD Audio-Boost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WiFi</a:t>
            </a:r>
            <a:r>
              <a:rPr lang="en-US" sz="800" dirty="0" smtClean="0"/>
              <a:t> AC Dual-Band up to 800Mbps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Bluetooth 4.2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4k &amp; VR Ready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/>
              <a:t>HDMI, </a:t>
            </a:r>
            <a:r>
              <a:rPr lang="en-US" sz="800" dirty="0" err="1"/>
              <a:t>DisplayPort</a:t>
            </a:r>
            <a:r>
              <a:rPr lang="en-US" sz="800" dirty="0"/>
              <a:t>, USB 3.0, USB 2.0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M.2 slot, </a:t>
            </a:r>
            <a:r>
              <a:rPr lang="en-US" sz="800" dirty="0" err="1" smtClean="0"/>
              <a:t>PCIe</a:t>
            </a:r>
            <a:r>
              <a:rPr lang="en-US" sz="800" dirty="0" smtClean="0"/>
              <a:t> slot, SATA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Braided Cable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/>
              <a:t>Full RGB. Customable </a:t>
            </a:r>
            <a:r>
              <a:rPr lang="en-US" sz="800" dirty="0" smtClean="0"/>
              <a:t>with Mystic Light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Win 10 64-bit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GeForce GTX </a:t>
            </a:r>
            <a:r>
              <a:rPr lang="en-US" sz="800" dirty="0" err="1" smtClean="0"/>
              <a:t>BattleBox</a:t>
            </a:r>
            <a:r>
              <a:rPr lang="en-US" sz="800" dirty="0" smtClean="0"/>
              <a:t> Essential Qualified</a:t>
            </a:r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540303" y="1915849"/>
            <a:ext cx="2511106" cy="4677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RYZEN™ 5 2600  2800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MSI B450M MORTAR 1900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TEAM DELTA DDR4 16GB 2100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ROG STRIX GTX™ 1060 </a:t>
            </a:r>
            <a:r>
              <a:rPr lang="en-US" sz="800" dirty="0"/>
              <a:t>6</a:t>
            </a:r>
            <a:r>
              <a:rPr lang="en-US" sz="800" dirty="0" smtClean="0"/>
              <a:t>GB 4000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XPG 256GB 770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 HDD 1TB Seagate® </a:t>
            </a:r>
            <a:r>
              <a:rPr lang="en-US" sz="800" dirty="0" err="1" smtClean="0"/>
              <a:t>BarraCuda</a:t>
            </a:r>
            <a:r>
              <a:rPr lang="en-US" sz="800" dirty="0" smtClean="0"/>
              <a:t>® 720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 EVGA 500 BV 780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DEEPCOOL GAMMAXX L120 730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DEEPCOOL CF120  600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Realtek</a:t>
            </a:r>
            <a:r>
              <a:rPr lang="en-US" sz="800" dirty="0" smtClean="0"/>
              <a:t>® 7.1 HD Audio-Boost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WiFi</a:t>
            </a:r>
            <a:r>
              <a:rPr lang="en-US" sz="800" dirty="0" smtClean="0"/>
              <a:t> AC Dual-Band up to 800Mbps  620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Bluetooth 4.2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4k &amp; VR Ready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HDMI, </a:t>
            </a:r>
            <a:r>
              <a:rPr lang="en-US" sz="800" dirty="0" err="1" smtClean="0"/>
              <a:t>DisplayPort</a:t>
            </a:r>
            <a:r>
              <a:rPr lang="en-US" sz="800" dirty="0" smtClean="0"/>
              <a:t>, USB 3.0, USB 2.0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M.2 slot, </a:t>
            </a:r>
            <a:r>
              <a:rPr lang="en-US" sz="800" dirty="0" err="1" smtClean="0"/>
              <a:t>PCIe</a:t>
            </a:r>
            <a:r>
              <a:rPr lang="en-US" sz="800" dirty="0" smtClean="0"/>
              <a:t> slot, SATA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Win 10 64-bit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GeForce GTX </a:t>
            </a:r>
            <a:r>
              <a:rPr lang="en-US" sz="800" dirty="0" err="1" smtClean="0"/>
              <a:t>BattleBox</a:t>
            </a:r>
            <a:r>
              <a:rPr lang="en-US" sz="800" dirty="0" smtClean="0"/>
              <a:t> Essential Qualified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Case 1100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16120</a:t>
            </a:r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05080" y="1915848"/>
            <a:ext cx="3035223" cy="4677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012" algn="l">
              <a:spcBef>
                <a:spcPts val="600"/>
              </a:spcBef>
            </a:pPr>
            <a:r>
              <a:rPr lang="en-US" sz="800" dirty="0"/>
              <a:t>ZENVIDIA </a:t>
            </a:r>
            <a:r>
              <a:rPr lang="en-US" sz="800" dirty="0" smtClean="0"/>
              <a:t>5 </a:t>
            </a:r>
            <a:r>
              <a:rPr lang="en-US" sz="800" dirty="0" err="1" smtClean="0"/>
              <a:t>PreBuild</a:t>
            </a:r>
            <a:r>
              <a:rPr lang="en-US" sz="800" dirty="0" smtClean="0"/>
              <a:t> </a:t>
            </a:r>
            <a:r>
              <a:rPr lang="en-US" sz="800" dirty="0"/>
              <a:t>PC by PIXL </a:t>
            </a:r>
            <a:r>
              <a:rPr lang="en-US" sz="800" dirty="0" err="1"/>
              <a:t>Komputer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----------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SPESIFIKASI :</a:t>
            </a:r>
          </a:p>
          <a:p>
            <a:pPr marL="227012" algn="l">
              <a:spcBef>
                <a:spcPts val="600"/>
              </a:spcBef>
            </a:pP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AMD RYZEN™ 5 Six-Core </a:t>
            </a:r>
            <a:r>
              <a:rPr lang="en-US" sz="800" dirty="0" smtClean="0"/>
              <a:t>3,4GHz </a:t>
            </a:r>
            <a:r>
              <a:rPr lang="en-US" sz="800" dirty="0"/>
              <a:t>16MB Chace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 smtClean="0"/>
              <a:t>. </a:t>
            </a:r>
            <a:r>
              <a:rPr lang="en-US" sz="800" dirty="0"/>
              <a:t>AMD </a:t>
            </a:r>
            <a:r>
              <a:rPr lang="en-US" sz="800" dirty="0" smtClean="0"/>
              <a:t>B450 Chipset 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RAM DDR4 16GB </a:t>
            </a:r>
            <a:r>
              <a:rPr lang="en-US" sz="800" dirty="0" smtClean="0"/>
              <a:t>3000Mhz </a:t>
            </a:r>
            <a:r>
              <a:rPr lang="en-US" sz="800" dirty="0"/>
              <a:t>Dual Channel </a:t>
            </a:r>
            <a:r>
              <a:rPr lang="en-US" sz="800" dirty="0" err="1" smtClean="0"/>
              <a:t>T.Force</a:t>
            </a:r>
            <a:r>
              <a:rPr lang="en-US" sz="800" dirty="0" smtClean="0"/>
              <a:t> Delta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NVIDIA® GeForce GTX™ 1080Ti 6GB GDDR5 GPU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SSD 256GB XPG + HDD 1TB Seagate® </a:t>
            </a:r>
            <a:r>
              <a:rPr lang="en-US" sz="800" dirty="0" err="1"/>
              <a:t>BarraCuda</a:t>
            </a:r>
            <a:r>
              <a:rPr lang="en-US" sz="800" dirty="0"/>
              <a:t>®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</a:t>
            </a:r>
            <a:r>
              <a:rPr lang="en-US" sz="800" dirty="0" smtClean="0"/>
              <a:t>500W </a:t>
            </a:r>
            <a:r>
              <a:rPr lang="en-US" sz="800" dirty="0"/>
              <a:t>80 PLUS® </a:t>
            </a:r>
            <a:r>
              <a:rPr lang="en-US" sz="800" dirty="0" smtClean="0"/>
              <a:t>Bronze Certified </a:t>
            </a:r>
            <a:r>
              <a:rPr lang="en-US" sz="800" dirty="0"/>
              <a:t>Power Supply EVGA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Water Cooling Closed Loop </a:t>
            </a:r>
            <a:r>
              <a:rPr lang="en-US" sz="800" dirty="0" smtClean="0"/>
              <a:t>1200mm </a:t>
            </a:r>
            <a:r>
              <a:rPr lang="en-US" sz="800" dirty="0"/>
              <a:t>Radiator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Smart Silent Fan 3x120mm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</a:t>
            </a:r>
            <a:r>
              <a:rPr lang="en-US" sz="800" dirty="0" err="1"/>
              <a:t>Realtek</a:t>
            </a:r>
            <a:r>
              <a:rPr lang="en-US" sz="800" dirty="0"/>
              <a:t>® 7.1 HD-Audio with Dual AMP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</a:t>
            </a:r>
            <a:r>
              <a:rPr lang="en-US" sz="800" dirty="0" err="1"/>
              <a:t>WiFi</a:t>
            </a:r>
            <a:r>
              <a:rPr lang="en-US" sz="800" dirty="0"/>
              <a:t> AC Dual-Band up to 800Mbps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Bluetooth 4.2 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4k &amp; VR Ready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HDMI, </a:t>
            </a:r>
            <a:r>
              <a:rPr lang="en-US" sz="800" dirty="0" err="1"/>
              <a:t>DisplayPort</a:t>
            </a:r>
            <a:r>
              <a:rPr lang="en-US" sz="800" dirty="0"/>
              <a:t>, USB 3.0, USB 2.0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M.2 slot, </a:t>
            </a:r>
            <a:r>
              <a:rPr lang="en-US" sz="800" dirty="0" err="1"/>
              <a:t>PCIe</a:t>
            </a:r>
            <a:r>
              <a:rPr lang="en-US" sz="800" dirty="0"/>
              <a:t> slot, SATA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Braided Cable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Full RGB. Customable with Mystic Light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Win 10 64-bit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----------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Build Time : 2-3 work days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Warranty : 1 Year PIXL </a:t>
            </a:r>
            <a:r>
              <a:rPr lang="en-US" sz="800" dirty="0" err="1"/>
              <a:t>Komputer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-----------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For More Info &amp; Custom Build, DM </a:t>
            </a:r>
            <a:r>
              <a:rPr lang="en-US" sz="800" dirty="0" smtClean="0"/>
              <a:t>us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 err="1"/>
              <a:t>Pengiriman</a:t>
            </a:r>
            <a:r>
              <a:rPr lang="en-US" sz="800" dirty="0"/>
              <a:t> via GOJEK &amp; GRAB </a:t>
            </a:r>
            <a:r>
              <a:rPr lang="en-US" sz="800" dirty="0" err="1"/>
              <a:t>untuk</a:t>
            </a:r>
            <a:r>
              <a:rPr lang="en-US" sz="800" dirty="0"/>
              <a:t> </a:t>
            </a:r>
            <a:r>
              <a:rPr lang="en-US" sz="800" dirty="0" err="1"/>
              <a:t>wilayah</a:t>
            </a:r>
            <a:r>
              <a:rPr lang="en-US" sz="800" dirty="0"/>
              <a:t> Jakarta-</a:t>
            </a:r>
            <a:r>
              <a:rPr lang="en-US" sz="800" dirty="0" err="1"/>
              <a:t>Tangerang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 err="1"/>
              <a:t>Pengiriman</a:t>
            </a:r>
            <a:r>
              <a:rPr lang="en-US" sz="800" dirty="0"/>
              <a:t> </a:t>
            </a:r>
            <a:r>
              <a:rPr lang="en-US" sz="800" dirty="0" err="1"/>
              <a:t>ke</a:t>
            </a:r>
            <a:r>
              <a:rPr lang="en-US" sz="800" dirty="0"/>
              <a:t> </a:t>
            </a:r>
            <a:r>
              <a:rPr lang="en-US" sz="800" dirty="0" err="1"/>
              <a:t>kota-kota</a:t>
            </a:r>
            <a:r>
              <a:rPr lang="en-US" sz="800" dirty="0"/>
              <a:t> lain via </a:t>
            </a:r>
            <a:r>
              <a:rPr lang="en-US" sz="800" dirty="0" err="1"/>
              <a:t>Kargo</a:t>
            </a:r>
            <a:r>
              <a:rPr lang="en-US" sz="800" dirty="0"/>
              <a:t> JNE, TIKI, POS, WAHANA</a:t>
            </a:r>
          </a:p>
          <a:p>
            <a:pPr marL="227012" algn="l">
              <a:spcBef>
                <a:spcPts val="600"/>
              </a:spcBef>
            </a:pPr>
            <a:endParaRPr lang="en-US" sz="800" dirty="0"/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</p:spTree>
    <p:extLst>
      <p:ext uri="{BB962C8B-B14F-4D97-AF65-F5344CB8AC3E}">
        <p14:creationId xmlns:p14="http://schemas.microsoft.com/office/powerpoint/2010/main" val="356538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1111" y="1122363"/>
            <a:ext cx="9144000" cy="4967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ZENVIDIA 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1111" y="1915850"/>
            <a:ext cx="2511106" cy="4677897"/>
          </a:xfrm>
        </p:spPr>
        <p:txBody>
          <a:bodyPr>
            <a:noAutofit/>
          </a:bodyPr>
          <a:lstStyle/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</a:t>
            </a:r>
            <a:r>
              <a:rPr lang="en-US" sz="800" dirty="0" smtClean="0"/>
              <a:t>RYZEN</a:t>
            </a:r>
            <a:r>
              <a:rPr lang="en-US" sz="800" dirty="0" smtClean="0"/>
              <a:t>™ </a:t>
            </a:r>
            <a:r>
              <a:rPr lang="en-US" sz="800" dirty="0"/>
              <a:t>7</a:t>
            </a:r>
            <a:r>
              <a:rPr lang="en-US" sz="800" dirty="0" smtClean="0"/>
              <a:t> </a:t>
            </a:r>
            <a:r>
              <a:rPr lang="en-US" sz="800" dirty="0" err="1" smtClean="0"/>
              <a:t>Octa</a:t>
            </a:r>
            <a:r>
              <a:rPr lang="en-US" sz="800" dirty="0" smtClean="0"/>
              <a:t>-Core </a:t>
            </a:r>
            <a:r>
              <a:rPr lang="en-US" sz="800" dirty="0" smtClean="0"/>
              <a:t>3.2GHz 16MB Chace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X370 Chipset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RAM DDR4 16GB 3200Mhz Dual </a:t>
            </a:r>
            <a:r>
              <a:rPr lang="en-US" sz="800" dirty="0"/>
              <a:t>Channel 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NVIDIA</a:t>
            </a:r>
            <a:r>
              <a:rPr lang="en-US" sz="800" dirty="0" smtClean="0"/>
              <a:t>® GeForce GTX™ </a:t>
            </a:r>
            <a:r>
              <a:rPr lang="en-US" sz="800" dirty="0" smtClean="0"/>
              <a:t>1080Ti </a:t>
            </a:r>
            <a:r>
              <a:rPr lang="en-US" sz="800" dirty="0" smtClean="0"/>
              <a:t>6GB </a:t>
            </a:r>
            <a:r>
              <a:rPr lang="en-US" sz="800" dirty="0" smtClean="0"/>
              <a:t>GDDR5 GPU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/>
              <a:t>SSD 256GB + HDD 1TB Seagate® </a:t>
            </a:r>
            <a:r>
              <a:rPr lang="en-US" sz="800" dirty="0" err="1"/>
              <a:t>BarraCuda</a:t>
            </a:r>
            <a:r>
              <a:rPr lang="en-US" sz="800" dirty="0"/>
              <a:t>®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80 </a:t>
            </a:r>
            <a:r>
              <a:rPr lang="en-US" sz="800" dirty="0" smtClean="0"/>
              <a:t>PLUS® </a:t>
            </a:r>
            <a:r>
              <a:rPr lang="en-US" sz="800" dirty="0" smtClean="0"/>
              <a:t>Gold Certified </a:t>
            </a:r>
            <a:r>
              <a:rPr lang="en-US" sz="800" dirty="0" smtClean="0"/>
              <a:t>Power </a:t>
            </a:r>
            <a:r>
              <a:rPr lang="en-US" sz="800" dirty="0" smtClean="0"/>
              <a:t>Supply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Water Cooling with 240mm Radiator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Smart Silent Fan 3x120mm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Realtek</a:t>
            </a:r>
            <a:r>
              <a:rPr lang="en-US" sz="800" dirty="0" smtClean="0"/>
              <a:t>® </a:t>
            </a:r>
            <a:r>
              <a:rPr lang="en-US" sz="800" dirty="0" smtClean="0"/>
              <a:t>7.1</a:t>
            </a:r>
            <a:r>
              <a:rPr lang="en-US" sz="800" dirty="0" smtClean="0"/>
              <a:t> </a:t>
            </a:r>
            <a:r>
              <a:rPr lang="en-US" sz="800" dirty="0" smtClean="0"/>
              <a:t>HD-Audio </a:t>
            </a:r>
            <a:r>
              <a:rPr lang="en-US" sz="800" dirty="0" smtClean="0"/>
              <a:t>with Dual AMP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WiFi</a:t>
            </a:r>
            <a:r>
              <a:rPr lang="en-US" sz="800" dirty="0" smtClean="0"/>
              <a:t> AC Dual-Band up to 800Mbps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Bluetooth 4.2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4k &amp; VR Ready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HDMI, </a:t>
            </a:r>
            <a:r>
              <a:rPr lang="en-US" sz="800" dirty="0" err="1" smtClean="0"/>
              <a:t>DisplayPort</a:t>
            </a:r>
            <a:r>
              <a:rPr lang="en-US" sz="800" dirty="0" smtClean="0"/>
              <a:t>, USB 3.0, USB 2.0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M.2 slot, </a:t>
            </a:r>
            <a:r>
              <a:rPr lang="en-US" sz="800" dirty="0" err="1" smtClean="0"/>
              <a:t>PCIe</a:t>
            </a:r>
            <a:r>
              <a:rPr lang="en-US" sz="800" dirty="0" smtClean="0"/>
              <a:t> slot, SATA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Braided Cable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Full RGB. Customable with RGB </a:t>
            </a:r>
            <a:r>
              <a:rPr lang="en-US" sz="800" dirty="0" err="1" smtClean="0"/>
              <a:t>Fushion</a:t>
            </a: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/>
              <a:t>Win 10 64-bit</a:t>
            </a:r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540303" y="1915849"/>
            <a:ext cx="2511106" cy="4677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AMD RYZEN™ 7 2700 4600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AORUS AX370 GAMING 2100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Trident z DDR4 16GB 2700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ROG STRIX RTX™ 2060 6GB 7000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XPG 256GB 770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 HDD 1TB Seagate® </a:t>
            </a:r>
            <a:r>
              <a:rPr lang="en-US" sz="800" dirty="0" err="1" smtClean="0"/>
              <a:t>BarraCuda</a:t>
            </a:r>
            <a:r>
              <a:rPr lang="en-US" sz="800" dirty="0" smtClean="0"/>
              <a:t>® 720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 EVGA 650GD 1400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MASTERLIQUID ML240R 1500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DEEPCOOL CF120  600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Realtek</a:t>
            </a:r>
            <a:r>
              <a:rPr lang="en-US" sz="800" dirty="0" smtClean="0"/>
              <a:t>® 7.1 HD Audio-Boost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err="1" smtClean="0"/>
              <a:t>WiFi</a:t>
            </a:r>
            <a:r>
              <a:rPr lang="en-US" sz="800" dirty="0" smtClean="0"/>
              <a:t> AC Dual-Band up to 800Mbps  620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Bluetooth 4.2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4k &amp; VR Ready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HDMI, </a:t>
            </a:r>
            <a:r>
              <a:rPr lang="en-US" sz="800" dirty="0" err="1" smtClean="0"/>
              <a:t>DisplayPort</a:t>
            </a:r>
            <a:r>
              <a:rPr lang="en-US" sz="800" dirty="0" smtClean="0"/>
              <a:t>, USB 3.0, USB 2.0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M.2 slot, </a:t>
            </a:r>
            <a:r>
              <a:rPr lang="en-US" sz="800" dirty="0" err="1" smtClean="0"/>
              <a:t>PCIe</a:t>
            </a:r>
            <a:r>
              <a:rPr lang="en-US" sz="800" dirty="0" smtClean="0"/>
              <a:t> slot, SATA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Win 10 64-bit 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GeForce GTX </a:t>
            </a:r>
            <a:r>
              <a:rPr lang="en-US" sz="800" dirty="0" err="1" smtClean="0"/>
              <a:t>BattleBox</a:t>
            </a:r>
            <a:r>
              <a:rPr lang="en-US" sz="800" dirty="0" smtClean="0"/>
              <a:t> Essential Qualified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Case corsair spec omega white 1700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800" dirty="0" smtClean="0"/>
              <a:t>21820</a:t>
            </a:r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800" dirty="0" smtClean="0"/>
          </a:p>
          <a:p>
            <a:pPr marL="342900" indent="-115888" algn="l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800" dirty="0" smtClean="0"/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05080" y="1915848"/>
            <a:ext cx="3035223" cy="4677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012" algn="l">
              <a:spcBef>
                <a:spcPts val="600"/>
              </a:spcBef>
            </a:pPr>
            <a:r>
              <a:rPr lang="en-US" sz="800" dirty="0"/>
              <a:t>ZENVIDIA 7 </a:t>
            </a:r>
            <a:r>
              <a:rPr lang="en-US" sz="800" dirty="0" err="1"/>
              <a:t>PreBuild</a:t>
            </a:r>
            <a:r>
              <a:rPr lang="en-US" sz="800" dirty="0"/>
              <a:t> PC by PIXL </a:t>
            </a:r>
            <a:r>
              <a:rPr lang="en-US" sz="800" dirty="0" err="1"/>
              <a:t>Komputer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----------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SPESIFIKASI :</a:t>
            </a:r>
          </a:p>
          <a:p>
            <a:pPr marL="227012" algn="l">
              <a:spcBef>
                <a:spcPts val="600"/>
              </a:spcBef>
            </a:pP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AMD RYZEN™ 7 </a:t>
            </a:r>
            <a:r>
              <a:rPr lang="en-US" sz="800" dirty="0" err="1"/>
              <a:t>Octa</a:t>
            </a:r>
            <a:r>
              <a:rPr lang="en-US" sz="800" dirty="0"/>
              <a:t>-Core 3.2GHz 16MB Chace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AMD X370 Chipset 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RAM DDR4 16GB 3200Mhz Dual Channel </a:t>
            </a:r>
            <a:r>
              <a:rPr lang="en-US" sz="800" dirty="0" err="1"/>
              <a:t>G.Skill</a:t>
            </a:r>
            <a:r>
              <a:rPr lang="en-US" sz="800" dirty="0"/>
              <a:t> Trident Z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NVIDIA® GeForce GTX™ 1080Ti 6GB GDDR5 GPU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SSD 256GB XPG + HDD 1TB Seagate® </a:t>
            </a:r>
            <a:r>
              <a:rPr lang="en-US" sz="800" dirty="0" err="1"/>
              <a:t>BarraCuda</a:t>
            </a:r>
            <a:r>
              <a:rPr lang="en-US" sz="800" dirty="0"/>
              <a:t>®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650W 80 PLUS® Gold Certified Power Supply EVGA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Water Cooling Closed Loop 240mm Radiator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Smart Silent Fan 3x120mm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</a:t>
            </a:r>
            <a:r>
              <a:rPr lang="en-US" sz="800" dirty="0" err="1"/>
              <a:t>Realtek</a:t>
            </a:r>
            <a:r>
              <a:rPr lang="en-US" sz="800" dirty="0"/>
              <a:t>® 7.1 HD-Audio with Dual AMP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</a:t>
            </a:r>
            <a:r>
              <a:rPr lang="en-US" sz="800" dirty="0" err="1"/>
              <a:t>WiFi</a:t>
            </a:r>
            <a:r>
              <a:rPr lang="en-US" sz="800" dirty="0"/>
              <a:t> AC Dual-Band up to 800Mbps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Bluetooth 4.2 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4k &amp; VR Ready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HDMI, </a:t>
            </a:r>
            <a:r>
              <a:rPr lang="en-US" sz="800" dirty="0" err="1"/>
              <a:t>DisplayPort</a:t>
            </a:r>
            <a:r>
              <a:rPr lang="en-US" sz="800" dirty="0"/>
              <a:t>, USB 3.0, USB 2.0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M.2 slot, </a:t>
            </a:r>
            <a:r>
              <a:rPr lang="en-US" sz="800" dirty="0" err="1"/>
              <a:t>PCIe</a:t>
            </a:r>
            <a:r>
              <a:rPr lang="en-US" sz="800" dirty="0"/>
              <a:t> slot, SATA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Braided Cable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Full RGB. Customable with RGB </a:t>
            </a:r>
            <a:r>
              <a:rPr lang="en-US" sz="800" dirty="0" err="1"/>
              <a:t>Fushion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. Win 10 64-bit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----------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Build Time : 2-3 work days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Warranty : 1 Year PIXL </a:t>
            </a:r>
            <a:r>
              <a:rPr lang="en-US" sz="800" dirty="0" err="1"/>
              <a:t>Komputer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-----------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/>
              <a:t>For More Info &amp; Custom Build, DM </a:t>
            </a:r>
            <a:r>
              <a:rPr lang="en-US" sz="800" dirty="0" smtClean="0"/>
              <a:t>us</a:t>
            </a:r>
          </a:p>
          <a:p>
            <a:pPr marL="227012" algn="l">
              <a:spcBef>
                <a:spcPts val="600"/>
              </a:spcBef>
            </a:pPr>
            <a:r>
              <a:rPr lang="en-US" sz="800" dirty="0" err="1"/>
              <a:t>Pengiriman</a:t>
            </a:r>
            <a:r>
              <a:rPr lang="en-US" sz="800" dirty="0"/>
              <a:t> via GOJEK &amp; GRAB </a:t>
            </a:r>
            <a:r>
              <a:rPr lang="en-US" sz="800" dirty="0" err="1"/>
              <a:t>untuk</a:t>
            </a:r>
            <a:r>
              <a:rPr lang="en-US" sz="800" dirty="0"/>
              <a:t> </a:t>
            </a:r>
            <a:r>
              <a:rPr lang="en-US" sz="800" dirty="0" err="1"/>
              <a:t>wilayah</a:t>
            </a:r>
            <a:r>
              <a:rPr lang="en-US" sz="800" dirty="0"/>
              <a:t> Jakarta-</a:t>
            </a:r>
            <a:r>
              <a:rPr lang="en-US" sz="800" dirty="0" err="1"/>
              <a:t>Tangerang</a:t>
            </a:r>
            <a:endParaRPr lang="en-US" sz="800" dirty="0"/>
          </a:p>
          <a:p>
            <a:pPr marL="227012" algn="l">
              <a:spcBef>
                <a:spcPts val="600"/>
              </a:spcBef>
            </a:pPr>
            <a:r>
              <a:rPr lang="en-US" sz="800" dirty="0" err="1"/>
              <a:t>Pengiriman</a:t>
            </a:r>
            <a:r>
              <a:rPr lang="en-US" sz="800" dirty="0"/>
              <a:t> </a:t>
            </a:r>
            <a:r>
              <a:rPr lang="en-US" sz="800" dirty="0" err="1"/>
              <a:t>ke</a:t>
            </a:r>
            <a:r>
              <a:rPr lang="en-US" sz="800" dirty="0"/>
              <a:t> </a:t>
            </a:r>
            <a:r>
              <a:rPr lang="en-US" sz="800" dirty="0" err="1"/>
              <a:t>kota-kota</a:t>
            </a:r>
            <a:r>
              <a:rPr lang="en-US" sz="800" dirty="0"/>
              <a:t> lain via </a:t>
            </a:r>
            <a:r>
              <a:rPr lang="en-US" sz="800" dirty="0" err="1"/>
              <a:t>Kargo</a:t>
            </a:r>
            <a:r>
              <a:rPr lang="en-US" sz="800" dirty="0"/>
              <a:t> JNE, TIKI, POS, WAHANA</a:t>
            </a:r>
          </a:p>
          <a:p>
            <a:pPr marL="227012" algn="l">
              <a:spcBef>
                <a:spcPts val="600"/>
              </a:spcBef>
            </a:pPr>
            <a:endParaRPr lang="en-US" sz="800" dirty="0"/>
          </a:p>
          <a:p>
            <a:pPr marL="227012" algn="l">
              <a:spcBef>
                <a:spcPts val="600"/>
              </a:spcBef>
            </a:pPr>
            <a:endParaRPr lang="en-US" sz="800" dirty="0" smtClean="0"/>
          </a:p>
        </p:txBody>
      </p:sp>
    </p:spTree>
    <p:extLst>
      <p:ext uri="{BB962C8B-B14F-4D97-AF65-F5344CB8AC3E}">
        <p14:creationId xmlns:p14="http://schemas.microsoft.com/office/powerpoint/2010/main" val="160502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903</Words>
  <Application>Microsoft Office PowerPoint</Application>
  <PresentationFormat>Widescreen</PresentationFormat>
  <Paragraphs>161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ZENVIDIA 3</vt:lpstr>
      <vt:lpstr>ZENVIDIA 5</vt:lpstr>
      <vt:lpstr>ZENVIDIA 7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Ryzen 3 gtx 1060 6gb</dc:title>
  <dc:creator>pccp19@outlook.com</dc:creator>
  <cp:lastModifiedBy>pccp19@outlook.com</cp:lastModifiedBy>
  <cp:revision>23</cp:revision>
  <dcterms:created xsi:type="dcterms:W3CDTF">2019-01-14T18:17:25Z</dcterms:created>
  <dcterms:modified xsi:type="dcterms:W3CDTF">2019-01-25T19:29:26Z</dcterms:modified>
</cp:coreProperties>
</file>