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KORBISNIS_MASTER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SkorBisnis | AI-Powered Business Validation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Kopi Susu Gula Aren - Laporan Analisa SkorBisnis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Ide Bisnis Berbasis Data untuk Area GBK, Jakarta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 Pasar &amp; Riset (Market Trend &amp; Research)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1: Pencarian 'Kopi Susu Gula Aren' di Jakarta menunjukkan permintaan yang stabil dan konsisten, menandakan pasar yang matang dan berkelanjutan.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2: Analisis ulasan kompetitor menunjukkan keluhan umum pelanggan terkait waktu tunggu yang lama dan inkonsistensi rasa pada brand-brand besar.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Pasar kopi susu di area GBK memiliki permintaan yang solid dengan celah bagi pemain baru yang menawarkan kualitas konsisten dan layanan cepat.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Peluang Pasar (Market Opportunity)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1: Hanya ada 3 kompetitor utama dalam radius 1km di area dengan kepadatan 'Karyawan Kantoran' yang sangat tinggi, terutama pada jam puncak 12:00-14:00.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2: Daya beli rata-rata di area GBK sangat tinggi (Rp 8 Juta/bulan) untuk target usia 25-40 tahun, mendukung potensi harga yang premium untuk kualitas lebih baik.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Kombinasi kepadatan karyawan berdaya beli tinggi dengan kompetisi yang relatif terbatas menciptakan peluang ideal untuk bisnis kopi berkualitas.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 (The Problem)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Karyawan kantoran di sekitar GBK membutuhkan pilihan kopi yang cepat, berkualitas, dan konsisten untuk menemani jam kerja atau istirahat makan siang yang singkat.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Solution Gap: Kompetitor yang ada seringkali memiliki waktu tunggu yang lama, rasa yang tidak konsisten antar cabang, atau harga yang terlalu premium tanpa jaminan layanan lebih cepat.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(The Solution)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Menyediakan gerai Kopi Susu Gula Aren dengan model 'grab-and-go' yang fokus pada kecepatan layanan dan konsistensi rasa untuk melayani jam sibuk karyawan.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Proposition: Kopi susu berkualitas dengan jaminan rasa konsisten dan waktu tunggu minimal, menjadi pilihan kopi harian terbaik di area GBK.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Pasar (Target Market)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Segment: Karyawan Kantoran, usia 25-40 tahun, yang bekerja di gedung perkantoran sekitar GBK dengan daya beli tinggi.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Segment: Pengunjung acara/event di GBK dan komunitas olahraga yang beraktivitas di sekitar stadion.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Estimate: Estimasi ribuan karyawan dari puluhan gedung perkantoran dalam radius 1-2 km dari lokasi.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 / Layanan (Our Product / Services)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1: Kopi Susu Gula Aren (Signature Product)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2: Varian kopi dasar (Americano, Latte) dan minuman non-kopi.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Differentiator: Fokus pada satu produk unggulan untuk menjaga standar kualitas, konsistensi rasa, dan kecepatan penyajian.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Rantai Nilai (Value Chain)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Supplier biji kopi pilihan, gula aren berkualitas, susu segar, dan integrasi platform delivery (GoFood/GrabFood).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Process: Proses pembuatan kopi terstandarisasi (SOP), sistem antrian efisien, dan layanan 'grab-and-go' yang cepat.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Secangkir kopi susu premium yang disajikan secara konsisten dan cepat kepada pelanggan.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Bisnis (Business Model)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 1: Penjualan langsung di gerai (Takeaway).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 2: Penjualan melalui platform delivery online (GoFood, GrabFood, ShopeeFood).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Costs: Sewa lokasi strategis, bahan baku (kopi, susu, gula), gaji barista, dan komisi platform online.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Harga (Pricing)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Strategy: Competitive pricing, diposisikan di antara brand mass-market dan premium untuk menawarkan nilai terbaik (kualitas &amp; kecepatan).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Point 1: Kopi Susu Gula Aren: Rp 22.000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Point 2: Americano: Rp 18.000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Mix (4P)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60A5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Kopi Susu Gula Aren dengan fokus pada kualitas, konsistensi, dan kecepatan.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60A5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Harga kompetitif (Rp 18.000 - Rp 22.000) yang mencerminkan kualitas dan layanan cepat.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60A5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Gerai 'grab-and-go' di lokasi strategis dekat perkantoran GBK &amp; ketersediaan di platform delivery utama.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60A5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Promotion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Promo 'jam makan siang', bundling, dan iklan digital bertarget di Instagram/TikTok untuk audiens sekitar GBK.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SWOT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749040" cy="1371600"/>
          </a:xfrm>
          <a:prstGeom prst="rect">
            <a:avLst/>
          </a:prstGeom>
          <a:solidFill>
            <a:srgbClr val="000000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Lokasi premium, proposisi nilai yang jelas (cepat &amp; konsisten), celah harga di antara kompetitor.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37760" y="1371600"/>
            <a:ext cx="3749040" cy="1371600"/>
          </a:xfrm>
          <a:prstGeom prst="rect">
            <a:avLst/>
          </a:prstGeom>
          <a:solidFill>
            <a:srgbClr val="000000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120640" y="2011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baru yang belum dikenal, ketergantungan pada satu lokasi, skala operasional kecil.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3749040" cy="1371600"/>
          </a:xfrm>
          <a:prstGeom prst="rect">
            <a:avLst/>
          </a:prstGeom>
          <a:solidFill>
            <a:srgbClr val="000000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83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 stabil di area perkantoran, daya beli masyarakat tinggi, kelemahan kompetitor yang bisa dieksploitasi.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37760" y="3200400"/>
            <a:ext cx="3749040" cy="1371600"/>
          </a:xfrm>
          <a:prstGeom prst="rect">
            <a:avLst/>
          </a:prstGeom>
          <a:solidFill>
            <a:srgbClr val="000000"/>
          </a:solidFill>
          <a:ln w="25400">
            <a:solidFill>
              <a:srgbClr val="EAB3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3383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120640" y="38404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Munculnya kompetitor baru, kenaikan harga sewa dan bahan baku, perubahan tren selera konsumen.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2025-11-19T20:05:12Z</dcterms:created>
  <dcterms:modified xsi:type="dcterms:W3CDTF">2025-11-19T20:05:12Z</dcterms:modified>
</cp:coreProperties>
</file>