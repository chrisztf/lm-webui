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70"/>
    <p:restoredTop sz="94637"/>
  </p:normalViewPr>
  <p:slideViewPr>
    <p:cSldViewPr snapToGrid="0" snapToObjects="1">
      <p:cViewPr varScale="1">
        <p:scale>
          <a:sx n="62" d="100"/>
          <a:sy n="62" d="100"/>
        </p:scale>
        <p:origin x="21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ED721-24FA-BB4E-85F5-A0EE3DBAFC16}" type="datetimeFigureOut">
              <a:rPr lang="en-US" smtClean="0"/>
              <a:t>8/4/24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77631-0F2D-1D44-BDEB-E81BEE92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78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77631-0F2D-1D44-BDEB-E81BEE92DB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77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77631-0F2D-1D44-BDEB-E81BEE92DB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2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BED0-5A8A-76CD-9718-07A52EED1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ACE91-0CBD-4452-3197-C1894281C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F423D-6305-2373-0751-3B12D85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2A8F5-53B5-C229-87AD-646C6748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BBCF0-0EAD-D9C1-5729-E9D06924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9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9E50-1EAE-02B2-53C3-92946AAB7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A6B8A-694F-428D-8990-995B207F1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D1152-009F-3DEE-799C-0B9DDE05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292C0-6770-5602-50D1-50229114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5BC5C-21FD-548A-559B-CF7F4D6C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74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B7E5F-BC67-DF26-5B14-AA1D488D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CED4-52FE-DCF9-028A-75772E985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3AABC-008D-BA31-5C27-7C5A964F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F99EF-57B0-9F1F-E536-58CCE0FD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D317F-6980-21C6-DF27-C51824B0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6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67ED2-A060-7BC2-7897-085EF7D60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3B5D-F736-8456-86CF-9B9758CFF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E6361-04AB-7AF8-87F5-C1F65FBD3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068A9-28B8-2EB9-99C6-F81EEF2F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987E7-FB5D-55F0-2832-13F63868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6E808-77F8-442B-9023-E924EFC4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13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9893-C6EF-B37F-9A46-AF2BADB35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926E9-5E61-4FDF-18F7-589BB19E2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05706-1E6D-096B-9A8E-1C03F662C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ECA54-D6E6-EEF2-9ECC-4920E1043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F82A3B-3B90-E6A5-4743-773BCC452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CF00E-3363-4A40-D42B-5FBF1730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64ED8F-B671-5141-6495-DB55F86E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667E1F-DA30-DAA3-D537-7904F370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9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98E5D-F1A1-B318-9F63-0B9967F09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CDDB90-7B2C-73C6-5876-F3C1BACC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663BF-031E-6F4A-A7C7-15C75E23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A218A-E59B-E7ED-A283-6E529EA4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41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63357-F560-2B78-8AC9-E25C1E66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5C997-83B0-0F1B-2B54-A93C64FA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753B1-5C18-E2AB-5D63-36D8F039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94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61374-A98E-296C-A5F7-BDAA90B08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27612-1E84-F7DF-DB55-632E6BB90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C3301-999D-26AD-E311-B95155674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F4131-8609-221B-BBB0-F270426C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183DC-8D80-4A6B-3120-40589F6FB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1DB1E-A443-8149-B843-78375DC0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19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AE7B-266B-B31B-EF0F-70E05A1B2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BF6C96-FB45-8777-23DC-7901A68E1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953C2-D0F5-A7DA-7822-06D8A56F2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B876C-A6A7-5681-72F7-DC5472F2A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F9756-3760-7EB7-5F4A-637772B6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0880D-CB5E-0F29-5B59-A3A9D633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5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B8D2-2DC9-276D-14F2-76967D5B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72DC1-D022-71F3-C838-FCB2CF842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5A44D-D595-7B87-16F9-30BD84A5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129F8-7EF6-C179-4C50-C9979A505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276CB-9F2C-7065-B551-C1BA705A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7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F8678-7A71-D0C4-1BE6-395146F17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6D53D-F41A-697D-7743-BA84FFD7D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A8306-A567-C2E1-A243-9E2D858A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81C43-60E7-A8F2-CC0D-519713AAF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04196-FB46-F960-F623-6AFA15E3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9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FA54A-5D1D-8563-65A9-D8B739FB7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054AC-77D2-9B0C-525C-834169CA1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24DAE-427D-D019-64D4-08AD0A43D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E7271-30C4-F04F-87D2-51E0BF45A5C5}" type="datetimeFigureOut">
              <a:rPr lang="en-US" smtClean="0"/>
              <a:t>8/4/24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E5556-A414-F6F5-6D15-2A775E0CF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8EDE6-4D0D-3479-2B0D-A5C3F3999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C62CB-1C55-9345-8A8F-BF0FE431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4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DCA6-B903-BCFF-B7C6-FE4E929A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3350" y="742949"/>
            <a:ext cx="12477750" cy="1524001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          Final Project : E-commerce 	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6200-59B3-0839-B42B-842DCFAFE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550" y="2473325"/>
            <a:ext cx="52578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Register User </a:t>
            </a:r>
          </a:p>
          <a:p>
            <a:r>
              <a:rPr lang="en-US" dirty="0"/>
              <a:t>Generate Login Token</a:t>
            </a:r>
          </a:p>
          <a:p>
            <a:r>
              <a:rPr lang="en-US" dirty="0"/>
              <a:t>Validate User / Admin </a:t>
            </a:r>
          </a:p>
          <a:p>
            <a:r>
              <a:rPr lang="en-US" dirty="0"/>
              <a:t>Add Product to Shopping Cart</a:t>
            </a:r>
          </a:p>
          <a:p>
            <a:r>
              <a:rPr lang="en-US" dirty="0"/>
              <a:t>Stock Checking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35533A-9510-65E8-D701-7428B81430DC}"/>
              </a:ext>
            </a:extLst>
          </p:cNvPr>
          <p:cNvSpPr txBox="1">
            <a:spLocks/>
          </p:cNvSpPr>
          <p:nvPr/>
        </p:nvSpPr>
        <p:spPr>
          <a:xfrm>
            <a:off x="6610350" y="24733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Create Product</a:t>
            </a:r>
          </a:p>
          <a:p>
            <a:pPr algn="just"/>
            <a:r>
              <a:rPr lang="en-US" dirty="0"/>
              <a:t>Search Product</a:t>
            </a:r>
          </a:p>
          <a:p>
            <a:pPr algn="just"/>
            <a:r>
              <a:rPr lang="en-US" dirty="0"/>
              <a:t>Update Product </a:t>
            </a:r>
          </a:p>
          <a:p>
            <a:pPr algn="just"/>
            <a:r>
              <a:rPr lang="en-US" dirty="0"/>
              <a:t>Delete Product</a:t>
            </a:r>
          </a:p>
        </p:txBody>
      </p:sp>
    </p:spTree>
    <p:extLst>
      <p:ext uri="{BB962C8B-B14F-4D97-AF65-F5344CB8AC3E}">
        <p14:creationId xmlns:p14="http://schemas.microsoft.com/office/powerpoint/2010/main" val="1306166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27CA6E-C9D0-55AA-E538-CB2004108115}"/>
              </a:ext>
            </a:extLst>
          </p:cNvPr>
          <p:cNvSpPr/>
          <p:nvPr/>
        </p:nvSpPr>
        <p:spPr>
          <a:xfrm>
            <a:off x="2011343" y="3729722"/>
            <a:ext cx="1214967" cy="4445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dirty="0"/>
              <a:t>Sign Up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E161C7-D521-B440-823C-F7EB2D9FBCA6}"/>
              </a:ext>
            </a:extLst>
          </p:cNvPr>
          <p:cNvSpPr/>
          <p:nvPr/>
        </p:nvSpPr>
        <p:spPr>
          <a:xfrm>
            <a:off x="636806" y="2897250"/>
            <a:ext cx="1206500" cy="4445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/>
              <a:t>List</a:t>
            </a:r>
            <a:r>
              <a:rPr lang="en-US" sz="1300" baseline="0"/>
              <a:t> Produk</a:t>
            </a:r>
            <a:endParaRPr lang="en-US" sz="130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5DE2F3C-ED85-CB43-9A03-EA01B5D62FEC}"/>
              </a:ext>
            </a:extLst>
          </p:cNvPr>
          <p:cNvSpPr/>
          <p:nvPr/>
        </p:nvSpPr>
        <p:spPr>
          <a:xfrm>
            <a:off x="627286" y="4701412"/>
            <a:ext cx="1210733" cy="4445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/>
              <a:t>Search</a:t>
            </a:r>
            <a:r>
              <a:rPr lang="en-US" sz="1300" baseline="0"/>
              <a:t> Produk</a:t>
            </a:r>
            <a:endParaRPr lang="en-US" sz="13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14E085-4557-3F49-A332-12AC0B4BB8EB}"/>
              </a:ext>
            </a:extLst>
          </p:cNvPr>
          <p:cNvSpPr/>
          <p:nvPr/>
        </p:nvSpPr>
        <p:spPr>
          <a:xfrm>
            <a:off x="3796693" y="1636329"/>
            <a:ext cx="1210733" cy="4445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dirty="0"/>
              <a:t>Login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C9545E3-612A-2F41-AD18-B0DEDF8AF157}"/>
              </a:ext>
            </a:extLst>
          </p:cNvPr>
          <p:cNvSpPr/>
          <p:nvPr/>
        </p:nvSpPr>
        <p:spPr>
          <a:xfrm>
            <a:off x="6957563" y="3298980"/>
            <a:ext cx="1210734" cy="4445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dirty="0"/>
              <a:t>User Profile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7CB425-00B5-434C-B4B4-F54D7D1FF1A9}"/>
              </a:ext>
            </a:extLst>
          </p:cNvPr>
          <p:cNvSpPr/>
          <p:nvPr/>
        </p:nvSpPr>
        <p:spPr>
          <a:xfrm>
            <a:off x="6995900" y="5686695"/>
            <a:ext cx="1214967" cy="4445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dirty="0"/>
              <a:t>Add to Cart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8E9298-1EC6-5844-8A46-C1745EE5CA96}"/>
              </a:ext>
            </a:extLst>
          </p:cNvPr>
          <p:cNvSpPr/>
          <p:nvPr/>
        </p:nvSpPr>
        <p:spPr>
          <a:xfrm>
            <a:off x="9419451" y="3813812"/>
            <a:ext cx="1214967" cy="4445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dirty="0"/>
              <a:t>Add Product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3C7463-7809-EF49-8FF4-309BFED36C51}"/>
              </a:ext>
            </a:extLst>
          </p:cNvPr>
          <p:cNvCxnSpPr>
            <a:cxnSpLocks/>
            <a:stCxn id="7" idx="0"/>
            <a:endCxn id="122" idx="4"/>
          </p:cNvCxnSpPr>
          <p:nvPr/>
        </p:nvCxnSpPr>
        <p:spPr>
          <a:xfrm flipH="1" flipV="1">
            <a:off x="4393300" y="1000107"/>
            <a:ext cx="8760" cy="636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iamond 13">
            <a:extLst>
              <a:ext uri="{FF2B5EF4-FFF2-40B4-BE49-F238E27FC236}">
                <a16:creationId xmlns:a16="http://schemas.microsoft.com/office/drawing/2014/main" id="{9B554D5B-8281-E753-2F13-0CD5147E86F4}"/>
              </a:ext>
            </a:extLst>
          </p:cNvPr>
          <p:cNvSpPr/>
          <p:nvPr/>
        </p:nvSpPr>
        <p:spPr>
          <a:xfrm>
            <a:off x="1911009" y="1356130"/>
            <a:ext cx="1410507" cy="100647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83DAB2-13AF-1641-9CAC-94900E0F4A5C}"/>
              </a:ext>
            </a:extLst>
          </p:cNvPr>
          <p:cNvCxnSpPr>
            <a:cxnSpLocks/>
          </p:cNvCxnSpPr>
          <p:nvPr/>
        </p:nvCxnSpPr>
        <p:spPr>
          <a:xfrm flipV="1">
            <a:off x="5161111" y="3940756"/>
            <a:ext cx="1345775" cy="8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62ACB2-7E9B-3345-A7C4-EFF946C8B4F6}"/>
              </a:ext>
            </a:extLst>
          </p:cNvPr>
          <p:cNvCxnSpPr>
            <a:cxnSpLocks/>
            <a:stCxn id="14" idx="2"/>
            <a:endCxn id="4" idx="0"/>
          </p:cNvCxnSpPr>
          <p:nvPr/>
        </p:nvCxnSpPr>
        <p:spPr>
          <a:xfrm>
            <a:off x="2616263" y="2362605"/>
            <a:ext cx="2564" cy="136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F51C356-EBA0-CBCE-F781-E80FDDCE702D}"/>
              </a:ext>
            </a:extLst>
          </p:cNvPr>
          <p:cNvSpPr/>
          <p:nvPr/>
        </p:nvSpPr>
        <p:spPr>
          <a:xfrm>
            <a:off x="636515" y="555607"/>
            <a:ext cx="1214967" cy="4445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dirty="0"/>
              <a:t>Start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20BBF4-3EF2-492A-2FCA-6C823525AB79}"/>
              </a:ext>
            </a:extLst>
          </p:cNvPr>
          <p:cNvSpPr txBox="1"/>
          <p:nvPr/>
        </p:nvSpPr>
        <p:spPr>
          <a:xfrm>
            <a:off x="1909691" y="1704060"/>
            <a:ext cx="139282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bg1"/>
                </a:solidFill>
              </a:rPr>
              <a:t>Registered ?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9EA0DA-E63A-EA52-4EB7-564BECB5052F}"/>
              </a:ext>
            </a:extLst>
          </p:cNvPr>
          <p:cNvCxnSpPr>
            <a:cxnSpLocks/>
            <a:stCxn id="14" idx="3"/>
            <a:endCxn id="7" idx="1"/>
          </p:cNvCxnSpPr>
          <p:nvPr/>
        </p:nvCxnSpPr>
        <p:spPr>
          <a:xfrm flipV="1">
            <a:off x="3321516" y="1858579"/>
            <a:ext cx="475177" cy="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D5BA398-A625-FCFF-98B1-EAE6B8AC39AA}"/>
              </a:ext>
            </a:extLst>
          </p:cNvPr>
          <p:cNvCxnSpPr>
            <a:cxnSpLocks/>
            <a:stCxn id="122" idx="2"/>
          </p:cNvCxnSpPr>
          <p:nvPr/>
        </p:nvCxnSpPr>
        <p:spPr>
          <a:xfrm flipV="1">
            <a:off x="5030870" y="804044"/>
            <a:ext cx="3916447" cy="79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4423176-327C-CA3D-03BB-3C9C933C21B5}"/>
              </a:ext>
            </a:extLst>
          </p:cNvPr>
          <p:cNvSpPr txBox="1"/>
          <p:nvPr/>
        </p:nvSpPr>
        <p:spPr>
          <a:xfrm>
            <a:off x="3140703" y="1523195"/>
            <a:ext cx="7423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Yes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EAD440-390E-5E59-FC0D-0AA2AA0A1AC5}"/>
              </a:ext>
            </a:extLst>
          </p:cNvPr>
          <p:cNvSpPr txBox="1"/>
          <p:nvPr/>
        </p:nvSpPr>
        <p:spPr>
          <a:xfrm>
            <a:off x="2001131" y="2460956"/>
            <a:ext cx="7423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No</a:t>
            </a:r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795F005B-6F32-E6AE-73F2-6F46E1BA1906}"/>
              </a:ext>
            </a:extLst>
          </p:cNvPr>
          <p:cNvSpPr/>
          <p:nvPr/>
        </p:nvSpPr>
        <p:spPr>
          <a:xfrm>
            <a:off x="5801633" y="1414249"/>
            <a:ext cx="1410507" cy="100647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2C5B47-F884-FCBB-94D9-E75DDAEF6482}"/>
              </a:ext>
            </a:extLst>
          </p:cNvPr>
          <p:cNvSpPr txBox="1"/>
          <p:nvPr/>
        </p:nvSpPr>
        <p:spPr>
          <a:xfrm>
            <a:off x="5843717" y="1639254"/>
            <a:ext cx="139282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bg1"/>
                </a:solidFill>
              </a:rPr>
              <a:t>Token</a:t>
            </a:r>
          </a:p>
          <a:p>
            <a:pPr algn="ctr"/>
            <a:r>
              <a:rPr lang="en-US" sz="1300" dirty="0">
                <a:solidFill>
                  <a:schemeClr val="bg1"/>
                </a:solidFill>
              </a:rPr>
              <a:t>Validation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8220983-4075-793D-6FDC-40F2064E05B7}"/>
              </a:ext>
            </a:extLst>
          </p:cNvPr>
          <p:cNvCxnSpPr>
            <a:cxnSpLocks/>
          </p:cNvCxnSpPr>
          <p:nvPr/>
        </p:nvCxnSpPr>
        <p:spPr>
          <a:xfrm>
            <a:off x="10945203" y="4065391"/>
            <a:ext cx="12026" cy="2387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6EABBF7-ECF8-DD37-ADDE-17F40FF73A9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32866" y="4923662"/>
            <a:ext cx="194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789050C7-3349-19F6-B31C-8652C6B869D2}"/>
              </a:ext>
            </a:extLst>
          </p:cNvPr>
          <p:cNvSpPr/>
          <p:nvPr/>
        </p:nvSpPr>
        <p:spPr>
          <a:xfrm>
            <a:off x="9419451" y="4701412"/>
            <a:ext cx="1214967" cy="4445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dirty="0"/>
              <a:t>Update Product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A332AD54-D466-4C4C-B389-385DE716ED17}"/>
              </a:ext>
            </a:extLst>
          </p:cNvPr>
          <p:cNvSpPr/>
          <p:nvPr/>
        </p:nvSpPr>
        <p:spPr>
          <a:xfrm>
            <a:off x="9419451" y="5585433"/>
            <a:ext cx="1214967" cy="4445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dirty="0"/>
              <a:t>Delete Product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3D3E2F2-0A39-1C6C-4F9E-7D46918A3E7E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8947317" y="5807683"/>
            <a:ext cx="472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Parallelogram 121">
            <a:extLst>
              <a:ext uri="{FF2B5EF4-FFF2-40B4-BE49-F238E27FC236}">
                <a16:creationId xmlns:a16="http://schemas.microsoft.com/office/drawing/2014/main" id="{59F7510B-4FC5-2552-EEA7-BE67CCD28D02}"/>
              </a:ext>
            </a:extLst>
          </p:cNvPr>
          <p:cNvSpPr/>
          <p:nvPr/>
        </p:nvSpPr>
        <p:spPr>
          <a:xfrm>
            <a:off x="3708713" y="623969"/>
            <a:ext cx="1369174" cy="376138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Token</a:t>
            </a:r>
          </a:p>
        </p:txBody>
      </p:sp>
      <p:sp>
        <p:nvSpPr>
          <p:cNvPr id="123" name="Can 122">
            <a:extLst>
              <a:ext uri="{FF2B5EF4-FFF2-40B4-BE49-F238E27FC236}">
                <a16:creationId xmlns:a16="http://schemas.microsoft.com/office/drawing/2014/main" id="{49626EC3-382B-71E4-D991-F56A1260E0D9}"/>
              </a:ext>
            </a:extLst>
          </p:cNvPr>
          <p:cNvSpPr/>
          <p:nvPr/>
        </p:nvSpPr>
        <p:spPr>
          <a:xfrm>
            <a:off x="4014897" y="5413838"/>
            <a:ext cx="914400" cy="787690"/>
          </a:xfrm>
          <a:prstGeom prst="ca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FB57DCDB-315B-620E-35EF-9280A0F7026F}"/>
              </a:ext>
            </a:extLst>
          </p:cNvPr>
          <p:cNvSpPr/>
          <p:nvPr/>
        </p:nvSpPr>
        <p:spPr>
          <a:xfrm>
            <a:off x="8244460" y="1390881"/>
            <a:ext cx="1410507" cy="100647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C839A37-03AD-DF26-30D5-58BD7E029A00}"/>
              </a:ext>
            </a:extLst>
          </p:cNvPr>
          <p:cNvSpPr txBox="1"/>
          <p:nvPr/>
        </p:nvSpPr>
        <p:spPr>
          <a:xfrm>
            <a:off x="8285372" y="1636329"/>
            <a:ext cx="139282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bg1"/>
                </a:solidFill>
              </a:rPr>
              <a:t>Admin</a:t>
            </a:r>
          </a:p>
          <a:p>
            <a:pPr algn="ctr"/>
            <a:r>
              <a:rPr lang="en-US" sz="1300" dirty="0">
                <a:solidFill>
                  <a:schemeClr val="bg1"/>
                </a:solidFill>
              </a:rPr>
              <a:t>Validation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C11F51C-5E8C-751B-D24F-BBB81A7DCCFE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508695" y="4196757"/>
            <a:ext cx="10946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CE6AB655-5CB9-67FB-1959-273DA3F60C7F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6506887" y="807692"/>
            <a:ext cx="0" cy="606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6876EC0-C04D-4E85-5A20-2263EEF9B405}"/>
              </a:ext>
            </a:extLst>
          </p:cNvPr>
          <p:cNvCxnSpPr>
            <a:cxnSpLocks/>
            <a:endCxn id="124" idx="2"/>
          </p:cNvCxnSpPr>
          <p:nvPr/>
        </p:nvCxnSpPr>
        <p:spPr>
          <a:xfrm flipV="1">
            <a:off x="8949714" y="2397356"/>
            <a:ext cx="0" cy="3410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14D36335-A838-C263-38FB-3BF7E3218724}"/>
              </a:ext>
            </a:extLst>
          </p:cNvPr>
          <p:cNvCxnSpPr>
            <a:cxnSpLocks/>
            <a:endCxn id="86" idx="1"/>
          </p:cNvCxnSpPr>
          <p:nvPr/>
        </p:nvCxnSpPr>
        <p:spPr>
          <a:xfrm>
            <a:off x="8947317" y="4923662"/>
            <a:ext cx="472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BAAC87B-6C3A-39E1-48B0-18E21F057C9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947317" y="4036062"/>
            <a:ext cx="472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90370004-FEB7-9E08-C44D-F2A2C062540D}"/>
              </a:ext>
            </a:extLst>
          </p:cNvPr>
          <p:cNvCxnSpPr>
            <a:cxnSpLocks/>
          </p:cNvCxnSpPr>
          <p:nvPr/>
        </p:nvCxnSpPr>
        <p:spPr>
          <a:xfrm flipV="1">
            <a:off x="6506887" y="3538486"/>
            <a:ext cx="0" cy="658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6C28318E-B925-59C2-A5B6-565ECB95A587}"/>
              </a:ext>
            </a:extLst>
          </p:cNvPr>
          <p:cNvCxnSpPr>
            <a:cxnSpLocks/>
            <a:stCxn id="17" idx="2"/>
            <a:endCxn id="5" idx="0"/>
          </p:cNvCxnSpPr>
          <p:nvPr/>
        </p:nvCxnSpPr>
        <p:spPr>
          <a:xfrm flipH="1">
            <a:off x="1240056" y="1000107"/>
            <a:ext cx="3943" cy="1897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F935E36F-AEA8-C5DD-C186-6A58B755606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232653" y="3341750"/>
            <a:ext cx="7403" cy="1359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DE261F72-F00D-B9E2-3FE0-E48CE1DCAA10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8949714" y="804044"/>
            <a:ext cx="0" cy="586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TextBox 301">
            <a:extLst>
              <a:ext uri="{FF2B5EF4-FFF2-40B4-BE49-F238E27FC236}">
                <a16:creationId xmlns:a16="http://schemas.microsoft.com/office/drawing/2014/main" id="{DA0BB37C-F21A-E0D6-71DC-4BC66BA25AA1}"/>
              </a:ext>
            </a:extLst>
          </p:cNvPr>
          <p:cNvSpPr txBox="1"/>
          <p:nvPr/>
        </p:nvSpPr>
        <p:spPr>
          <a:xfrm>
            <a:off x="8827744" y="2820821"/>
            <a:ext cx="7423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Yes</a:t>
            </a:r>
          </a:p>
        </p:txBody>
      </p:sp>
      <p:cxnSp>
        <p:nvCxnSpPr>
          <p:cNvPr id="332" name="Elbow Connector 331">
            <a:extLst>
              <a:ext uri="{FF2B5EF4-FFF2-40B4-BE49-F238E27FC236}">
                <a16:creationId xmlns:a16="http://schemas.microsoft.com/office/drawing/2014/main" id="{D2FE6A05-B714-701F-0075-788487369B9B}"/>
              </a:ext>
            </a:extLst>
          </p:cNvPr>
          <p:cNvCxnSpPr>
            <a:cxnSpLocks/>
            <a:stCxn id="123" idx="2"/>
            <a:endCxn id="5" idx="1"/>
          </p:cNvCxnSpPr>
          <p:nvPr/>
        </p:nvCxnSpPr>
        <p:spPr>
          <a:xfrm rot="10800000">
            <a:off x="636807" y="3119501"/>
            <a:ext cx="3378091" cy="2688183"/>
          </a:xfrm>
          <a:prstGeom prst="bentConnector3">
            <a:avLst>
              <a:gd name="adj1" fmla="val 1067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Diamond 341">
            <a:extLst>
              <a:ext uri="{FF2B5EF4-FFF2-40B4-BE49-F238E27FC236}">
                <a16:creationId xmlns:a16="http://schemas.microsoft.com/office/drawing/2014/main" id="{7F8312A6-10FF-4A0E-8886-282E845142D9}"/>
              </a:ext>
            </a:extLst>
          </p:cNvPr>
          <p:cNvSpPr/>
          <p:nvPr/>
        </p:nvSpPr>
        <p:spPr>
          <a:xfrm>
            <a:off x="4351539" y="2836320"/>
            <a:ext cx="1138942" cy="8667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4AF7500D-5CBF-9BCB-4578-283C8F2F1873}"/>
              </a:ext>
            </a:extLst>
          </p:cNvPr>
          <p:cNvSpPr txBox="1"/>
          <p:nvPr/>
        </p:nvSpPr>
        <p:spPr>
          <a:xfrm>
            <a:off x="4453818" y="2978751"/>
            <a:ext cx="9953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bg1"/>
                </a:solidFill>
              </a:rPr>
              <a:t>Get</a:t>
            </a:r>
          </a:p>
          <a:p>
            <a:pPr algn="ctr"/>
            <a:r>
              <a:rPr lang="en-US" sz="1300" dirty="0">
                <a:solidFill>
                  <a:schemeClr val="bg1"/>
                </a:solidFill>
              </a:rPr>
              <a:t>User Data</a:t>
            </a:r>
          </a:p>
        </p:txBody>
      </p:sp>
      <p:cxnSp>
        <p:nvCxnSpPr>
          <p:cNvPr id="383" name="Elbow Connector 382">
            <a:extLst>
              <a:ext uri="{FF2B5EF4-FFF2-40B4-BE49-F238E27FC236}">
                <a16:creationId xmlns:a16="http://schemas.microsoft.com/office/drawing/2014/main" id="{4711A53C-7D38-E30F-326C-C8B978E23216}"/>
              </a:ext>
            </a:extLst>
          </p:cNvPr>
          <p:cNvCxnSpPr>
            <a:cxnSpLocks/>
            <a:endCxn id="123" idx="3"/>
          </p:cNvCxnSpPr>
          <p:nvPr/>
        </p:nvCxnSpPr>
        <p:spPr>
          <a:xfrm rot="10800000">
            <a:off x="4472097" y="6201528"/>
            <a:ext cx="6485132" cy="2199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D60D5964-5DE9-9D27-E142-161A0FA4F737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10634418" y="4033753"/>
            <a:ext cx="310785" cy="2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30351EA2-AD9E-ADB0-F9AA-9ADFCF1E05AA}"/>
              </a:ext>
            </a:extLst>
          </p:cNvPr>
          <p:cNvCxnSpPr>
            <a:cxnSpLocks/>
            <a:stCxn id="86" idx="3"/>
          </p:cNvCxnSpPr>
          <p:nvPr/>
        </p:nvCxnSpPr>
        <p:spPr>
          <a:xfrm>
            <a:off x="10634418" y="4923662"/>
            <a:ext cx="310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D6B3ED81-1E40-0014-4F7F-BE91E0B11CB0}"/>
              </a:ext>
            </a:extLst>
          </p:cNvPr>
          <p:cNvCxnSpPr>
            <a:cxnSpLocks/>
          </p:cNvCxnSpPr>
          <p:nvPr/>
        </p:nvCxnSpPr>
        <p:spPr>
          <a:xfrm>
            <a:off x="10634418" y="5807683"/>
            <a:ext cx="3228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Arrow Connector 406">
            <a:extLst>
              <a:ext uri="{FF2B5EF4-FFF2-40B4-BE49-F238E27FC236}">
                <a16:creationId xmlns:a16="http://schemas.microsoft.com/office/drawing/2014/main" id="{31B73E99-4720-D867-2C52-48642740E8DC}"/>
              </a:ext>
            </a:extLst>
          </p:cNvPr>
          <p:cNvCxnSpPr>
            <a:cxnSpLocks/>
          </p:cNvCxnSpPr>
          <p:nvPr/>
        </p:nvCxnSpPr>
        <p:spPr>
          <a:xfrm flipV="1">
            <a:off x="8174927" y="3538486"/>
            <a:ext cx="310785" cy="2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0AC042D5-C507-1CB0-DD39-550172DC2E4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8210867" y="5908945"/>
            <a:ext cx="2656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Arrow Connector 409">
            <a:extLst>
              <a:ext uri="{FF2B5EF4-FFF2-40B4-BE49-F238E27FC236}">
                <a16:creationId xmlns:a16="http://schemas.microsoft.com/office/drawing/2014/main" id="{8FEE8B05-6E9B-9C90-A8F3-E21F8C527F5B}"/>
              </a:ext>
            </a:extLst>
          </p:cNvPr>
          <p:cNvCxnSpPr>
            <a:cxnSpLocks/>
          </p:cNvCxnSpPr>
          <p:nvPr/>
        </p:nvCxnSpPr>
        <p:spPr>
          <a:xfrm>
            <a:off x="8476559" y="3527626"/>
            <a:ext cx="7545" cy="2893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Elbow Connector 412">
            <a:extLst>
              <a:ext uri="{FF2B5EF4-FFF2-40B4-BE49-F238E27FC236}">
                <a16:creationId xmlns:a16="http://schemas.microsoft.com/office/drawing/2014/main" id="{911FE41E-379B-4FCE-1024-84FBB4C36103}"/>
              </a:ext>
            </a:extLst>
          </p:cNvPr>
          <p:cNvCxnSpPr>
            <a:cxnSpLocks/>
            <a:stCxn id="123" idx="4"/>
            <a:endCxn id="342" idx="2"/>
          </p:cNvCxnSpPr>
          <p:nvPr/>
        </p:nvCxnSpPr>
        <p:spPr>
          <a:xfrm flipH="1" flipV="1">
            <a:off x="4921010" y="3703085"/>
            <a:ext cx="8287" cy="2104598"/>
          </a:xfrm>
          <a:prstGeom prst="bentConnector4">
            <a:avLst>
              <a:gd name="adj1" fmla="val -2758537"/>
              <a:gd name="adj2" fmla="val 886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Elbow Connector 416">
            <a:extLst>
              <a:ext uri="{FF2B5EF4-FFF2-40B4-BE49-F238E27FC236}">
                <a16:creationId xmlns:a16="http://schemas.microsoft.com/office/drawing/2014/main" id="{DEAA399A-212C-D62C-9E2D-7D95EBEF5C37}"/>
              </a:ext>
            </a:extLst>
          </p:cNvPr>
          <p:cNvCxnSpPr>
            <a:cxnSpLocks/>
            <a:stCxn id="342" idx="0"/>
            <a:endCxn id="7" idx="3"/>
          </p:cNvCxnSpPr>
          <p:nvPr/>
        </p:nvCxnSpPr>
        <p:spPr>
          <a:xfrm rot="5400000" flipH="1" flipV="1">
            <a:off x="4475348" y="2304242"/>
            <a:ext cx="977741" cy="86416"/>
          </a:xfrm>
          <a:prstGeom prst="bentConnector4">
            <a:avLst>
              <a:gd name="adj1" fmla="val 38634"/>
              <a:gd name="adj2" fmla="val 3645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Elbow Connector 423">
            <a:extLst>
              <a:ext uri="{FF2B5EF4-FFF2-40B4-BE49-F238E27FC236}">
                <a16:creationId xmlns:a16="http://schemas.microsoft.com/office/drawing/2014/main" id="{F3C4EE78-7F42-3C84-8FB3-DD97EC7BDF8F}"/>
              </a:ext>
            </a:extLst>
          </p:cNvPr>
          <p:cNvCxnSpPr>
            <a:cxnSpLocks/>
            <a:stCxn id="17" idx="3"/>
            <a:endCxn id="14" idx="0"/>
          </p:cNvCxnSpPr>
          <p:nvPr/>
        </p:nvCxnSpPr>
        <p:spPr>
          <a:xfrm>
            <a:off x="1851482" y="777857"/>
            <a:ext cx="764781" cy="5782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Elbow Connector 427">
            <a:extLst>
              <a:ext uri="{FF2B5EF4-FFF2-40B4-BE49-F238E27FC236}">
                <a16:creationId xmlns:a16="http://schemas.microsoft.com/office/drawing/2014/main" id="{040AF0E8-BD25-2CC6-B808-804CC59B126E}"/>
              </a:ext>
            </a:extLst>
          </p:cNvPr>
          <p:cNvCxnSpPr>
            <a:cxnSpLocks/>
            <a:stCxn id="53" idx="2"/>
            <a:endCxn id="8" idx="1"/>
          </p:cNvCxnSpPr>
          <p:nvPr/>
        </p:nvCxnSpPr>
        <p:spPr>
          <a:xfrm rot="16200000" flipH="1">
            <a:off x="6181972" y="2745639"/>
            <a:ext cx="1100506" cy="4506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Elbow Connector 450">
            <a:extLst>
              <a:ext uri="{FF2B5EF4-FFF2-40B4-BE49-F238E27FC236}">
                <a16:creationId xmlns:a16="http://schemas.microsoft.com/office/drawing/2014/main" id="{472D1303-B71B-73E5-2027-054A85911D3C}"/>
              </a:ext>
            </a:extLst>
          </p:cNvPr>
          <p:cNvCxnSpPr>
            <a:cxnSpLocks/>
            <a:stCxn id="4" idx="3"/>
            <a:endCxn id="123" idx="1"/>
          </p:cNvCxnSpPr>
          <p:nvPr/>
        </p:nvCxnSpPr>
        <p:spPr>
          <a:xfrm>
            <a:off x="3226310" y="3951972"/>
            <a:ext cx="1245787" cy="14618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01627626-3AF0-692A-A458-039FF4BF0BA6}"/>
              </a:ext>
            </a:extLst>
          </p:cNvPr>
          <p:cNvSpPr txBox="1"/>
          <p:nvPr/>
        </p:nvSpPr>
        <p:spPr>
          <a:xfrm>
            <a:off x="6407183" y="2820188"/>
            <a:ext cx="7423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Yes</a:t>
            </a:r>
          </a:p>
        </p:txBody>
      </p:sp>
      <p:cxnSp>
        <p:nvCxnSpPr>
          <p:cNvPr id="455" name="Elbow Connector 454">
            <a:extLst>
              <a:ext uri="{FF2B5EF4-FFF2-40B4-BE49-F238E27FC236}">
                <a16:creationId xmlns:a16="http://schemas.microsoft.com/office/drawing/2014/main" id="{F1031F01-F979-E569-3A69-4394101910AC}"/>
              </a:ext>
            </a:extLst>
          </p:cNvPr>
          <p:cNvCxnSpPr>
            <a:cxnSpLocks/>
            <a:stCxn id="125" idx="3"/>
            <a:endCxn id="458" idx="2"/>
          </p:cNvCxnSpPr>
          <p:nvPr/>
        </p:nvCxnSpPr>
        <p:spPr>
          <a:xfrm>
            <a:off x="9539305" y="1976882"/>
            <a:ext cx="1196488" cy="6456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Oval 457">
            <a:extLst>
              <a:ext uri="{FF2B5EF4-FFF2-40B4-BE49-F238E27FC236}">
                <a16:creationId xmlns:a16="http://schemas.microsoft.com/office/drawing/2014/main" id="{690486DD-01FC-1A79-A90B-2F6B1CEB029D}"/>
              </a:ext>
            </a:extLst>
          </p:cNvPr>
          <p:cNvSpPr/>
          <p:nvPr/>
        </p:nvSpPr>
        <p:spPr>
          <a:xfrm>
            <a:off x="10735793" y="2362583"/>
            <a:ext cx="1025024" cy="5199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Invalid Token</a:t>
            </a:r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0B7B353D-2FF1-089C-B323-95877456C246}"/>
              </a:ext>
            </a:extLst>
          </p:cNvPr>
          <p:cNvSpPr/>
          <p:nvPr/>
        </p:nvSpPr>
        <p:spPr>
          <a:xfrm>
            <a:off x="10735793" y="505104"/>
            <a:ext cx="1025024" cy="545506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Expired Token</a:t>
            </a:r>
          </a:p>
        </p:txBody>
      </p:sp>
      <p:cxnSp>
        <p:nvCxnSpPr>
          <p:cNvPr id="461" name="Elbow Connector 460">
            <a:extLst>
              <a:ext uri="{FF2B5EF4-FFF2-40B4-BE49-F238E27FC236}">
                <a16:creationId xmlns:a16="http://schemas.microsoft.com/office/drawing/2014/main" id="{0F3AD42C-C9D8-0549-3AF9-3E5C7D15D986}"/>
              </a:ext>
            </a:extLst>
          </p:cNvPr>
          <p:cNvCxnSpPr>
            <a:cxnSpLocks/>
            <a:stCxn id="54" idx="3"/>
            <a:endCxn id="458" idx="2"/>
          </p:cNvCxnSpPr>
          <p:nvPr/>
        </p:nvCxnSpPr>
        <p:spPr>
          <a:xfrm>
            <a:off x="7097650" y="1979807"/>
            <a:ext cx="3638143" cy="642745"/>
          </a:xfrm>
          <a:prstGeom prst="bentConnector3">
            <a:avLst>
              <a:gd name="adj1" fmla="val 128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TextBox 466">
            <a:extLst>
              <a:ext uri="{FF2B5EF4-FFF2-40B4-BE49-F238E27FC236}">
                <a16:creationId xmlns:a16="http://schemas.microsoft.com/office/drawing/2014/main" id="{57294074-370E-DCDC-EB6B-99A8D0A1EAD3}"/>
              </a:ext>
            </a:extLst>
          </p:cNvPr>
          <p:cNvSpPr txBox="1"/>
          <p:nvPr/>
        </p:nvSpPr>
        <p:spPr>
          <a:xfrm>
            <a:off x="6969030" y="1619092"/>
            <a:ext cx="7423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No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8664342E-9CC4-BF05-8425-122237A90800}"/>
              </a:ext>
            </a:extLst>
          </p:cNvPr>
          <p:cNvSpPr txBox="1"/>
          <p:nvPr/>
        </p:nvSpPr>
        <p:spPr>
          <a:xfrm>
            <a:off x="9419451" y="1588701"/>
            <a:ext cx="7423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No</a:t>
            </a:r>
          </a:p>
        </p:txBody>
      </p:sp>
      <p:cxnSp>
        <p:nvCxnSpPr>
          <p:cNvPr id="492" name="Straight Arrow Connector 491">
            <a:extLst>
              <a:ext uri="{FF2B5EF4-FFF2-40B4-BE49-F238E27FC236}">
                <a16:creationId xmlns:a16="http://schemas.microsoft.com/office/drawing/2014/main" id="{AC96C306-E1C5-402C-F845-C1F210CF6471}"/>
              </a:ext>
            </a:extLst>
          </p:cNvPr>
          <p:cNvCxnSpPr>
            <a:cxnSpLocks/>
            <a:endCxn id="460" idx="2"/>
          </p:cNvCxnSpPr>
          <p:nvPr/>
        </p:nvCxnSpPr>
        <p:spPr>
          <a:xfrm flipV="1">
            <a:off x="8947317" y="777857"/>
            <a:ext cx="1788476" cy="22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C9C8EF4E-FF55-C3FA-0279-A721E2B40453}"/>
              </a:ext>
            </a:extLst>
          </p:cNvPr>
          <p:cNvCxnSpPr>
            <a:cxnSpLocks/>
            <a:stCxn id="460" idx="4"/>
            <a:endCxn id="458" idx="0"/>
          </p:cNvCxnSpPr>
          <p:nvPr/>
        </p:nvCxnSpPr>
        <p:spPr>
          <a:xfrm>
            <a:off x="11248305" y="1050610"/>
            <a:ext cx="0" cy="1311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iamond 1">
            <a:extLst>
              <a:ext uri="{FF2B5EF4-FFF2-40B4-BE49-F238E27FC236}">
                <a16:creationId xmlns:a16="http://schemas.microsoft.com/office/drawing/2014/main" id="{C59FB8D8-DEB4-EB26-3202-B0D40CEA054F}"/>
              </a:ext>
            </a:extLst>
          </p:cNvPr>
          <p:cNvSpPr/>
          <p:nvPr/>
        </p:nvSpPr>
        <p:spPr>
          <a:xfrm>
            <a:off x="7033913" y="4196757"/>
            <a:ext cx="1138942" cy="8667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6F1C5-3AA6-425D-56C0-07E4562A0C98}"/>
              </a:ext>
            </a:extLst>
          </p:cNvPr>
          <p:cNvSpPr txBox="1"/>
          <p:nvPr/>
        </p:nvSpPr>
        <p:spPr>
          <a:xfrm>
            <a:off x="7128608" y="4362266"/>
            <a:ext cx="9953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bg1"/>
                </a:solidFill>
              </a:rPr>
              <a:t>Stock</a:t>
            </a:r>
          </a:p>
          <a:p>
            <a:pPr algn="ctr"/>
            <a:r>
              <a:rPr lang="en-US" sz="1300" dirty="0">
                <a:solidFill>
                  <a:schemeClr val="bg1"/>
                </a:solidFill>
              </a:rPr>
              <a:t>Checking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70EAD-6F1C-A1FF-EB95-7148E7BFF6CD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>
            <a:off x="7603384" y="5063522"/>
            <a:ext cx="0" cy="623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D584BF26-B494-213C-0DE2-9F7083D2676F}"/>
              </a:ext>
            </a:extLst>
          </p:cNvPr>
          <p:cNvSpPr/>
          <p:nvPr/>
        </p:nvSpPr>
        <p:spPr>
          <a:xfrm>
            <a:off x="5733215" y="5227803"/>
            <a:ext cx="1165751" cy="4445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Insufficient</a:t>
            </a:r>
          </a:p>
          <a:p>
            <a:pPr algn="ctr"/>
            <a:r>
              <a:rPr lang="en-US" sz="1050" dirty="0"/>
              <a:t>Stock 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44948D73-F052-5D83-53B8-EEB4FB596916}"/>
              </a:ext>
            </a:extLst>
          </p:cNvPr>
          <p:cNvCxnSpPr>
            <a:cxnSpLocks/>
            <a:stCxn id="2" idx="1"/>
            <a:endCxn id="39" idx="0"/>
          </p:cNvCxnSpPr>
          <p:nvPr/>
        </p:nvCxnSpPr>
        <p:spPr>
          <a:xfrm rot="10800000" flipV="1">
            <a:off x="6316091" y="4630139"/>
            <a:ext cx="717822" cy="5976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46D5047-9024-6FD4-7718-CCAD634BDB8A}"/>
              </a:ext>
            </a:extLst>
          </p:cNvPr>
          <p:cNvSpPr txBox="1"/>
          <p:nvPr/>
        </p:nvSpPr>
        <p:spPr>
          <a:xfrm>
            <a:off x="5667913" y="4557884"/>
            <a:ext cx="7423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Qty</a:t>
            </a:r>
          </a:p>
          <a:p>
            <a:pPr algn="ctr"/>
            <a:r>
              <a:rPr lang="en-US" sz="1100" dirty="0"/>
              <a:t>&gt;</a:t>
            </a:r>
          </a:p>
          <a:p>
            <a:pPr algn="ctr"/>
            <a:r>
              <a:rPr lang="en-US" sz="1100" dirty="0"/>
              <a:t>Stock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9C1DFF-0091-AB9B-66D4-9B6556C892C5}"/>
              </a:ext>
            </a:extLst>
          </p:cNvPr>
          <p:cNvSpPr txBox="1"/>
          <p:nvPr/>
        </p:nvSpPr>
        <p:spPr>
          <a:xfrm>
            <a:off x="7582403" y="5058089"/>
            <a:ext cx="7423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Qty</a:t>
            </a:r>
          </a:p>
          <a:p>
            <a:pPr algn="ctr"/>
            <a:r>
              <a:rPr lang="en-US" sz="1100" dirty="0"/>
              <a:t>&lt;</a:t>
            </a:r>
          </a:p>
          <a:p>
            <a:pPr algn="ctr"/>
            <a:r>
              <a:rPr lang="en-US" sz="1100" dirty="0"/>
              <a:t>Stock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033D5B-57FF-8258-E767-63FD278774EE}"/>
              </a:ext>
            </a:extLst>
          </p:cNvPr>
          <p:cNvSpPr txBox="1"/>
          <p:nvPr/>
        </p:nvSpPr>
        <p:spPr>
          <a:xfrm>
            <a:off x="4766429" y="2540072"/>
            <a:ext cx="7423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Yes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A0F5D7F-2832-BAAD-4541-06EA33CEFF2D}"/>
              </a:ext>
            </a:extLst>
          </p:cNvPr>
          <p:cNvSpPr/>
          <p:nvPr/>
        </p:nvSpPr>
        <p:spPr>
          <a:xfrm>
            <a:off x="3308780" y="2484157"/>
            <a:ext cx="1312325" cy="4445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Unauthorized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C4A04B59-8147-E7F8-4B48-44B75E913BEE}"/>
              </a:ext>
            </a:extLst>
          </p:cNvPr>
          <p:cNvCxnSpPr>
            <a:cxnSpLocks/>
            <a:stCxn id="342" idx="1"/>
            <a:endCxn id="50" idx="4"/>
          </p:cNvCxnSpPr>
          <p:nvPr/>
        </p:nvCxnSpPr>
        <p:spPr>
          <a:xfrm rot="10800000">
            <a:off x="3964943" y="2928657"/>
            <a:ext cx="386596" cy="3410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860E13E-4C80-6161-3512-71D30FAD239E}"/>
              </a:ext>
            </a:extLst>
          </p:cNvPr>
          <p:cNvSpPr txBox="1"/>
          <p:nvPr/>
        </p:nvSpPr>
        <p:spPr>
          <a:xfrm>
            <a:off x="3796693" y="3276464"/>
            <a:ext cx="7423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0191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716D-45C4-5BFA-5668-1A96DE868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8420" y="727075"/>
            <a:ext cx="12556274" cy="1482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           </a:t>
            </a:r>
            <a:r>
              <a:rPr lang="en-US" sz="3600" dirty="0" err="1">
                <a:solidFill>
                  <a:schemeClr val="bg1"/>
                </a:solidFill>
              </a:rPr>
              <a:t>Penerapan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Materi</a:t>
            </a:r>
            <a:r>
              <a:rPr lang="en-US" sz="3600" dirty="0">
                <a:solidFill>
                  <a:schemeClr val="bg1"/>
                </a:solidFill>
              </a:rPr>
              <a:t> Golang	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68FF-C236-9166-C7C0-28144F263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5450" y="3221832"/>
            <a:ext cx="10172700" cy="3167062"/>
          </a:xfrm>
        </p:spPr>
        <p:txBody>
          <a:bodyPr numCol="2">
            <a:normAutofit/>
          </a:bodyPr>
          <a:lstStyle/>
          <a:p>
            <a:r>
              <a:rPr lang="en-US" dirty="0"/>
              <a:t>GIN Framework</a:t>
            </a:r>
          </a:p>
          <a:p>
            <a:r>
              <a:rPr lang="en-US" dirty="0"/>
              <a:t>JWT Middleware</a:t>
            </a:r>
          </a:p>
          <a:p>
            <a:r>
              <a:rPr lang="en-US" dirty="0"/>
              <a:t>GORM</a:t>
            </a:r>
          </a:p>
          <a:p>
            <a:r>
              <a:rPr lang="en-US" dirty="0"/>
              <a:t>Function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JSON</a:t>
            </a:r>
          </a:p>
          <a:p>
            <a:r>
              <a:rPr lang="en-US" dirty="0"/>
              <a:t>Struct</a:t>
            </a:r>
          </a:p>
          <a:p>
            <a:r>
              <a:rPr lang="en-US" dirty="0"/>
              <a:t>Pointer</a:t>
            </a:r>
          </a:p>
          <a:p>
            <a:r>
              <a:rPr lang="en-US" dirty="0"/>
              <a:t>Selection</a:t>
            </a:r>
          </a:p>
        </p:txBody>
      </p:sp>
    </p:spTree>
    <p:extLst>
      <p:ext uri="{BB962C8B-B14F-4D97-AF65-F5344CB8AC3E}">
        <p14:creationId xmlns:p14="http://schemas.microsoft.com/office/powerpoint/2010/main" val="2035712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102</Words>
  <Application>Microsoft Macintosh PowerPoint</Application>
  <PresentationFormat>Widescreen</PresentationFormat>
  <Paragraphs>65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         Final Project : E-commerce      </vt:lpstr>
      <vt:lpstr>PowerPoint Presentation</vt:lpstr>
      <vt:lpstr>           Penerapan Materi Golang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25</cp:revision>
  <dcterms:created xsi:type="dcterms:W3CDTF">2024-08-02T05:35:52Z</dcterms:created>
  <dcterms:modified xsi:type="dcterms:W3CDTF">2024-08-04T10:38:36Z</dcterms:modified>
</cp:coreProperties>
</file>