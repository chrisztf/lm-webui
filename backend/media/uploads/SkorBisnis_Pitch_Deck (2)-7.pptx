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ORBISNIS_MASTER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SkorBisnis | AI-Powered Business Validation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 Susu Gula Aren - Laporan Analisa SkorBisnis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Ide Bisnis Berbasis Data untuk Area GBK, Jakarta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Pasar &amp; Riset (Market Trend &amp; Research)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1: Pencarian 'Kopi Susu Gula Aren' di Jakarta menunjukkan tren yang stabil, menandakan permintaan yang konsisten dan bukan sekadar tren sesaat.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2: Sentimen dari ulasan kompetitor menunjukkan adanya keluhan umum seperti antrian panjang di jam sibuk dan rasa yang dianggap 'standar'.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Pasar kopi susu di area GBK memiliki permintaan yang stabil dengan celah yang jelas untuk peningkatan kualitas produk dan efisiensi layanan.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Pasar (Market Opportunity)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1: Hanya terdapat 4 kompetitor langsung dalam radius 1km, di mana beberapa di antaranya memiliki kelemahan pada antrian panjang dan kualitas rasa yang inkonsisten.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2: Daya beli rata-rata di area GBK sangat tinggi (Rp 8 Juta/bulan), menunjukkan kapasitas pengeluaran yang besar untuk konsumsi harian seperti kopi.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Kombinasi persaingan yang belum jenuh, daya beli target pasar yang tinggi, dan kelemahan kompetitor menciptakan peluang ideal untuk masuk ke pasar.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(The Problem)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Karyawan kantoran di sekitar GBK membutuhkan pilihan kopi susu berkualitas dengan layanan yang cepat, terutama saat jam sibuk makan siang (12:00-14:00).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Gap: Solusi yang ada seringkali memiliki antrian yang sangat panjang, rasa yang standar, atau harga yang terlalu premium untuk konsumsi harian.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(The Solution)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Menyediakan Kopi Susu Gula Aren dengan rasa premium dan sistem pemesanan yang efisien untuk meminimalkan waktu tunggu pelanggan.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Kopi susu berkualitas tinggi dengan layanan cepat, menjadi alternatif terbaik dari antrian panjang dan rasa yang inkonsisten di area tersebut.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Pasar (Target Market)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Segment: Karyawan Kantoran di gedung perkantoran sekitar GBK, usia 25-40 tahun, dengan daya beli tinggi.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Segment: Pengunjung acara di GBK, komunitas olahraga, dan penghuni apartemen di sekitar.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Estimate: Estimasi ribuan karyawan kantoran yang bekerja di gedung-gedung dalam radius 1-2 km dari pusat area GBK.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/ Layanan (Our Product / Services)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1: Kopi Susu Gula Aren (Signature Drink)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2: Varian kopi lainnya (Americano, Latte) dan camilan pendamping.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Differentiator: Menggunakan biji kopi pilihan dan gula aren asli untuk menciptakan rasa yang lebih kaya dan konsisten dibandingkan kompetitor.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 (Value Chain)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Supplier biji kopi, susu segar, gula aren berkualitas, dan kemasan. Integrasi dengan platform delivery online (GoFood/GrabFood).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Proses pembuatan kopi oleh barista terlatih, sistem antrian digital, dan layanan takeaway/delivery yang cepat.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Secangkir kopi susu premium yang disajikan secara konsisten dengan layanan yang cepat dan ramah.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 (Business Model)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1: Penjualan langsung di gerai (takeaway dan dine-in terbatas).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2: Penjualan melalui platform online delivery (GoFood, GrabFood, ShopeeFood).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Costs: Sewa lokasi strategis, bahan baku (kopi, susu, gula), gaji barista, dan biaya komisi platform online.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(Pricing)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Competitive pricing, memposisikan diri sebagai produk berkualitas premium dengan harga terjangkau, sedikit di atas kompetitor massal namun jauh di bawah Starbucks.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1: Kopi Susu Gula Aren: Rp 22.000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2: Americano: Rp 18.000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 (4P)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Kopi susu gula aren berkualitas tinggi dengan rasa yang kaya dan konsisten.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kompetitif di kisaran Rp 22.000, menawarkan nilai lebih baik dari kompetitor sekelas.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Gerai fisik di lokasi strategis dekat perkantoran GBK dan ketersediaan di semua platform delivery utama.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Promosi 'buy 1 get 1' saat grand opening, diskon khusus jam kantor, dan marketing melalui media sosial (Instagram/TikTok).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SWOT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 pada kualitas rasa yang superior, layanan cepat, lokasi strategis di area perkantoran.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baru yang belum memiliki loyalitas pelanggan, ketergantungan pada supplier kunci.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Opportunities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Kelemahan kompetitor (antrian, rasa standar), daya beli target pasar yang tinggi, permintaan kopi yang stabil.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Munculnya kompetitor baru dengan modal lebih besar, kenaikan harga bahan baku, perubahan tren selera konsumen.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t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2025-11-18T06:55:36Z</dcterms:created>
  <dcterms:modified xsi:type="dcterms:W3CDTF">2025-11-18T06:55:36Z</dcterms:modified>
</cp:coreProperties>
</file>